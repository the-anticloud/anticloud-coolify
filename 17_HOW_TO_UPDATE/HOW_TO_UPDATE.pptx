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COOLIFY | Category: INFRA_DEVOPS</a:t>
            </a:r>
          </a:p>
          <a:p>
            <a:r>
              <a:rPr sz="1400"/>
              <a:t>Upstream: https://github.com/coollabsio/coolify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COOLIFY.</a:t>
            </a:r>
          </a:p>
          <a:p>
            <a:r>
              <a:rPr sz="1400"/>
              <a:t>Self-hosted Heroku/Netlify alternative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COOLIFY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